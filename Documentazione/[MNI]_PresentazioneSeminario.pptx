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58" r:id="rId4"/>
    <p:sldId id="260" r:id="rId5"/>
    <p:sldId id="261" r:id="rId6"/>
    <p:sldId id="278" r:id="rId7"/>
    <p:sldId id="263" r:id="rId8"/>
    <p:sldId id="279" r:id="rId9"/>
    <p:sldId id="257" r:id="rId10"/>
    <p:sldId id="280" r:id="rId11"/>
    <p:sldId id="265" r:id="rId12"/>
    <p:sldId id="266" r:id="rId13"/>
    <p:sldId id="281" r:id="rId14"/>
    <p:sldId id="282" r:id="rId15"/>
    <p:sldId id="283" r:id="rId16"/>
    <p:sldId id="267" r:id="rId17"/>
    <p:sldId id="284" r:id="rId18"/>
    <p:sldId id="285" r:id="rId19"/>
    <p:sldId id="268" r:id="rId20"/>
    <p:sldId id="286" r:id="rId21"/>
    <p:sldId id="287" r:id="rId22"/>
    <p:sldId id="269" r:id="rId23"/>
    <p:sldId id="270" r:id="rId24"/>
    <p:sldId id="288" r:id="rId25"/>
    <p:sldId id="289" r:id="rId26"/>
    <p:sldId id="271" r:id="rId27"/>
    <p:sldId id="290" r:id="rId28"/>
    <p:sldId id="291" r:id="rId29"/>
    <p:sldId id="272" r:id="rId30"/>
    <p:sldId id="292" r:id="rId31"/>
    <p:sldId id="293" r:id="rId32"/>
    <p:sldId id="273" r:id="rId33"/>
    <p:sldId id="294" r:id="rId34"/>
    <p:sldId id="274" r:id="rId35"/>
    <p:sldId id="295" r:id="rId36"/>
    <p:sldId id="275" r:id="rId37"/>
    <p:sldId id="276" r:id="rId38"/>
    <p:sldId id="277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78"/>
            <p14:sldId id="263"/>
            <p14:sldId id="279"/>
            <p14:sldId id="257"/>
            <p14:sldId id="280"/>
            <p14:sldId id="265"/>
            <p14:sldId id="266"/>
            <p14:sldId id="281"/>
            <p14:sldId id="282"/>
            <p14:sldId id="283"/>
            <p14:sldId id="267"/>
            <p14:sldId id="284"/>
            <p14:sldId id="285"/>
            <p14:sldId id="268"/>
            <p14:sldId id="286"/>
            <p14:sldId id="287"/>
            <p14:sldId id="269"/>
            <p14:sldId id="270"/>
            <p14:sldId id="288"/>
            <p14:sldId id="289"/>
            <p14:sldId id="271"/>
            <p14:sldId id="290"/>
            <p14:sldId id="291"/>
            <p14:sldId id="272"/>
            <p14:sldId id="292"/>
            <p14:sldId id="293"/>
            <p14:sldId id="273"/>
            <p14:sldId id="294"/>
            <p14:sldId id="274"/>
            <p14:sldId id="295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93E"/>
    <a:srgbClr val="667C6F"/>
    <a:srgbClr val="FCFCFC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166" autoAdjust="0"/>
  </p:normalViewPr>
  <p:slideViewPr>
    <p:cSldViewPr snapToGrid="0">
      <p:cViewPr varScale="1">
        <p:scale>
          <a:sx n="113" d="100"/>
          <a:sy n="113" d="100"/>
        </p:scale>
        <p:origin x="15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sistemi di raccomandazione model-</a:t>
            </a:r>
            <a:r>
              <a:rPr lang="it-IT" dirty="0" err="1"/>
              <a:t>based</a:t>
            </a:r>
            <a:r>
              <a:rPr lang="it-IT" dirty="0"/>
              <a:t> costruiscono un modello statistico in grado di</a:t>
            </a:r>
          </a:p>
          <a:p>
            <a:r>
              <a:rPr lang="it-IT" dirty="0"/>
              <a:t>apprendere schemi complessi a partire da un set di dati di training.. Si approssima R in Rˆ = U · V.</a:t>
            </a:r>
            <a:br>
              <a:rPr lang="it-IT" dirty="0"/>
            </a:br>
            <a:r>
              <a:rPr lang="it-IT" dirty="0"/>
              <a:t>La singole valutazioni sono date da </a:t>
            </a:r>
            <a:r>
              <a:rPr lang="it-IT" dirty="0" err="1"/>
              <a:t>rki</a:t>
            </a:r>
            <a:r>
              <a:rPr lang="it-IT" dirty="0"/>
              <a:t> = </a:t>
            </a:r>
            <a:r>
              <a:rPr lang="it-IT" dirty="0" err="1"/>
              <a:t>uk</a:t>
            </a:r>
            <a:r>
              <a:rPr lang="it-IT" dirty="0"/>
              <a:t> vi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119E-4E50-FA07-3FD4-14BEAEF8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C6B9BC-BD16-77D2-E362-5A69720D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AC2837-FFB1-C1E3-4AB0-F0FEC8E4A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2C98087-EC3B-42E7-3A8D-E1C00F50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52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642-4960-CE90-4F14-3C5C72749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780C60-7EB3-7B55-6161-9B52C202E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D7C1517-90BC-23D7-7665-F12AA2E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97E1B0-0F23-B1FB-1770-1E2C43B76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447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007D-B464-60F2-45E9-94CD54E6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C0C766-272F-3F24-CB19-1B68C6176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0EB7EBC-EE0F-4184-C4AD-8B2EF65A9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387B7B-B983-6BF1-532F-C728BA793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157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2B69-1461-0AC8-8729-75B2C5AB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6AE177-EACE-7FAA-E9B4-B77693469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57F01A-98A7-CA05-200D-DB153CF9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3C02A7-B575-F356-E968-7C7A470E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6855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57D8-EED0-8A82-D928-D4C104C3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8D7E1-AA6E-D5C5-2D44-9E432120C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64EE0B0-73E1-FB31-38C8-3FAECD365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06A9A2-B2CC-70D7-AC3A-16053499C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3423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19EE-F927-CD8D-8B18-995AA47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4BC02D-74B8-11DD-5E78-A1BD97230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D55E277-B5C1-7143-60D4-65C30C662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93AF35-50F3-8318-5E4E-0CBA9ADB8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79108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F16B-34D9-C79C-EA9F-CBBA9459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AD900E-A7F2-821F-15BA-A964E5888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5A0339-2F6E-AE9E-9677-76AE891F1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FA15416-094D-060E-C352-EB846931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827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0E424-CCDE-4616-E415-FCE855046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A13A8CB-A512-43B0-D9F8-563703CD8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8639321-DBE6-0EEE-213A-06B029B04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288B56-B857-7D9D-C50B-F0E112E00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7941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EFE4-4BFD-2614-2D08-62F06265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DD0D25-8A02-0F97-70C2-851C2DF8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7ADD3B8-B4AD-FF16-E403-685BF3CF5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B9E4F4-0E91-0C1E-DCC7-E6EBFC7F2A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0330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7DC8-BFD6-7780-5282-FE5B1A0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7ABCCE-3FAC-DB88-65B2-FC4547370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1E98EC0-105C-F669-E9C0-09E0EDE2E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D3AA8C-5BC5-EF90-7D21-3E47B9EF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9029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E2CD2-B29F-69E0-E008-94696DE3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F1D1A9-E67D-80EB-B94F-68E892F6A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9F391A-74BF-980D-8DA4-BDE797BD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DE9831-EE7F-BD3E-94C2-23CB9CB31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790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6935-1516-2774-A3C2-18B04F5D1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14C05F1-0475-43B4-490C-6499F488F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7D672C-0F99-87A9-9D47-52D1A372F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352570-2E5D-5883-0B92-75A0D1ABE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71028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71780-872C-8B63-98CD-C8ED1E6D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E4BF4EE-AF5C-7BD0-F84A-DF1EDE32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F87D8E-734E-726A-6A02-2F2C0C6FD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8308D9A-0149-1C21-5963-622482527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9594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BC4A-D20F-F9A1-889D-C3D05E9F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016D729-3185-5018-9302-21CDD4810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B62627B-1252-1BBC-BB4B-E340E5C7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51E15A-3A74-B5D2-346B-5460816CF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65726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AEF8-2A0D-EAD4-26C8-8D5B1DA1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E83CA8A-4BFC-A381-1349-70DA24C91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F62EC5-3B5F-80FF-5257-6A5713E9B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A5233D-24C6-CE9C-6976-50995AC29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80923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BD090-1B61-7CCA-BD47-E82C621E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A8E47-BC02-E502-B402-F8FFD800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393F8F-A70A-D760-4886-B0C7A301F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5F8A6B-E37D-B8D3-2D53-BE14821E6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0719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CFAE-E9F9-91D5-4540-073E75F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B68DEC-E106-AFA8-270E-EE333807C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F264AC-2316-F9EA-C9D6-E9D54FC4E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B005F0-DE5D-676D-0A6B-6081B1F5A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761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EA340-A6C8-F7C1-8CED-9ADE3D9DE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56764F-5CDC-274D-9385-4B00CD669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C79DDA-13F8-48A7-97E2-1F719FEB7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58C1CC-9C96-2681-4F0A-BCE45C6AC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7565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10/12/2025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6"/>
            <a:ext cx="5775600" cy="9850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478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AACC-9E1A-1F2C-1324-A149F682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A4ABA6B-1BC7-DD41-EBCF-877BEADBA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B9820F63-F5D2-1D80-7DDF-E289D9C8C7A4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05E242A-B320-E393-A234-A0BC6DDB5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4EBCA083-1153-281C-BDFF-6E422873AC77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i="1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64FB8F75-FEDA-8880-CF2B-48D58223A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93A9E7FC-778C-9AD5-D8EA-1958F22BFCE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69EA463-F6EC-258F-B03A-FFAF5E3D45C9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BE33E6F-304A-5685-F588-2345E126CE47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AF51B1A4-B3A0-202B-14DB-D6CBF2EFDFFC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5C43C4DB-E2D0-EFE4-3A3C-5ADD33927A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7ABE7BF1-5543-E703-38C0-078B1FCA95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42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6A9-D26D-0A4A-A40C-ABC29F57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CE4A29-D40E-DA8D-17F2-2E248953D3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A54B69E-686F-1F94-50C6-061F3DDDC365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B0B607-EA0A-F7E2-2057-5A980B757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9B5E9C0-A99A-934A-56A6-4AF7A76865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3F53D99-B986-7AF4-2903-1E94910547FD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FFDBCC5E-BE7E-9836-6BC3-27181D51E225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5775385E-219D-2B97-6CE7-FD16971C44AB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7551810D-8C8A-528D-B350-49D02E71E2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157" y="58323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/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0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𝑉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𝐾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𝑘𝑖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C9A5B-8F19-8B1C-0984-A707D11E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512B84A-0BDF-C7FA-BB6D-F2F0785A22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34E8B31-B153-845B-DDF2-ED3DB4CBFAA1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A15079-D144-8892-11A5-EC6AF016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1D74EA1-947D-1FF2-C3F0-78B292F8FD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E48C723A-7BA6-25C8-A061-5C485EC6C3D5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E9DF37A6-966F-C90E-1002-42C8652E649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B22500D0-95B7-1395-77A0-3447B9153E6F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2CCD5391-E8D1-5076-5F45-1F506B012EDC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5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esto, etichetta, Blu elettrico, Rettangolo&#10;&#10;Il contenuto generato dall'IA potrebbe non essere corretto.">
            <a:extLst>
              <a:ext uri="{FF2B5EF4-FFF2-40B4-BE49-F238E27FC236}">
                <a16:creationId xmlns:a16="http://schemas.microsoft.com/office/drawing/2014/main" id="{2168CD33-49BB-4F1B-5F99-44E5E2E19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630" y="1120137"/>
            <a:ext cx="5887259" cy="461772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63D4-D7CB-5A4F-14F6-00B3A4D38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9D44747-27D9-946E-7DF2-4509CB5AD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03C733A-C306-CB1F-6937-3AB73FF1D3CD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F0A84F5-5693-A5E8-C3EA-E28BF14C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0541AD71-25CD-58DE-3DFB-1D6961B5A81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52683CBD-03A8-E46A-80E0-6BAB056E3C01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3D273D2-C08B-CAE3-B001-246485A3DC85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44C10B9E-D369-1ED6-47CC-84B9113E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D15A-09A9-E9CC-1CE6-0AB36467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24B5675-35C3-2AF7-765A-A181CCD20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83540-48D9-44F8-BD81-F8AFBF1C5B69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00253E-6D56-5618-A42A-CB575A528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DA341934-B914-83B2-AC15-4EEC2A9B2A1D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5E86ADA-E794-6017-AEEC-D29D06979138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37379173-285A-1B48-881D-F9A9055E4A8D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5789404-AFB5-EEFA-B042-32701F67EB7B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937AC02C-1B89-FD80-115E-605A94CEA15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54EE3E0-32FB-E48E-2A32-3AA81B677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2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1581-0199-DA90-B8A6-96973D8E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00CCBC1-2A93-C4D9-83E1-25A81C1070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D0260BF-5A2C-753A-105F-66F0891A46D6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0A7E77-19AF-9AA4-6FC7-D09F1ADD2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CF7CD69-BEF6-2A45-E4C7-FF4BEC4AEB0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86208AA-4561-1F1E-67DF-651EC2908162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B3B00B0-4A40-82ED-1C3E-DDE3584BA472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56D0F32-FE6F-5BC4-029A-F5AFD1B04F78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81EF56A-0AEF-C82A-61B0-9D15B948EF0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10B8A3F3-93CA-7E1D-3AF6-611A0A326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AF5C73F-4FB2-F016-E225-74FDB3BCF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2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0A90-236B-3741-2427-101343B3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C38D933-C92B-BFA9-07EF-95EF555404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62718F99-CD6E-D3B5-3221-EC016EA7FC9E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A21117-BD42-DD2E-34DC-94B50A757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65A4C1C6-C895-505D-AE70-1424E4DD7D2C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706A9FB-33BA-6926-F919-17CE3CDD1E0D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15088C5-80B7-8DD6-BE74-8F32832F0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9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651-D5C6-0061-32FF-8BF26D1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20D4216-E0A9-1F6E-CBD9-F09CE7BAE5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F5D3F69-0268-5806-33F4-2A5D1A127E43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4909D302-76E5-2050-91C2-7725D060C592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5E7AB0-B4AC-5902-56D6-59FD292C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B7614A61-C57F-CB43-0D36-8A606B05C707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9557B3F5-6116-FC3E-DD7F-7E6CDE60892C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FDC6295D-8789-89AD-D7CE-4FED926002B0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6781D16-8895-708B-C1D4-DA9D4FF1E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7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599" y="2604645"/>
            <a:ext cx="5498133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5DFD-801E-ACE9-0A7B-1BEEAC23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17575E-E8D2-3069-4DCA-A7B867598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6DAA125-12A5-C797-1942-245DCCB227B7}"/>
              </a:ext>
            </a:extLst>
          </p:cNvPr>
          <p:cNvCxnSpPr>
            <a:cxnSpLocks/>
          </p:cNvCxnSpPr>
          <p:nvPr/>
        </p:nvCxnSpPr>
        <p:spPr>
          <a:xfrm>
            <a:off x="4838700" y="3635651"/>
            <a:ext cx="1570739" cy="37373"/>
          </a:xfrm>
          <a:prstGeom prst="straightConnector1">
            <a:avLst/>
          </a:prstGeom>
          <a:ln>
            <a:solidFill>
              <a:srgbClr val="FC993E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84C7162-D03A-A1C6-33D2-2EAC6CC804AD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68BFAA-7B3C-9721-BC8B-9C4CD18D4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B10B0DC-F79E-F8A4-5823-8A2E036219B8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12726C1-1F08-A00B-57AF-59A423BF652C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36EE814-6C3E-A357-887B-2C7F7A17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21FBE10-AF90-657A-466C-839D76530F26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95FFE278-5DD5-6C1D-83EC-6FBE03E23C6A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24012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E3C8A-778E-F4FE-F410-672D14CD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64803FB-38B9-FA69-352A-9100181794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8E0141B-556E-3F95-90DD-111E1B78B7E6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F171DDF-D9C5-045C-27ED-9C311662A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67A3AC1-4F48-4D93-F054-7055B43B3AB7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FDF68DD-59B3-E651-9990-FCEB91E9A0C8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0DB6DCD1-B1CB-FA6B-2159-A45CD835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4C17A32-A540-C033-6CBE-AD24A365552D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0530A424-10EF-3907-12BC-1FE477CD0D99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785BD2E6-680F-7BFF-784E-E57AD49828C6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293455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DBEA-704A-D650-5248-ABB26693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F3AA148-611E-EACB-4A66-14B362F495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850E8A1-B75F-AA74-E977-BE9C70006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F05B367-1F49-FDFE-4801-E32BAA03E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8857893-7DF3-8424-CBEB-DD9F13F5F76E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145116FE-D0FA-7CAC-FEBB-973D35BE0148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CA1626D1-E85B-E46B-BCC6-4DE0BB44BFC6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E94EA499-052D-FD31-5644-3574FFE1BF31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</p:spTree>
    <p:extLst>
      <p:ext uri="{BB962C8B-B14F-4D97-AF65-F5344CB8AC3E}">
        <p14:creationId xmlns:p14="http://schemas.microsoft.com/office/powerpoint/2010/main" val="948362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5D0-BF82-C234-B5B5-D18FB83E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58AC45E-FCB0-D4FA-91E9-65D06A1A9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03DEEA0-C43E-1246-E9EF-F8C47ABA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2720E2C-BED6-D102-C24A-7B7AAEB4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32D5834-405F-4EB7-1359-A57E19C04E7D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9F23366-0936-9889-DF95-1F10BFA1857A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D63D6A4-0EBD-BE3B-6AFE-AA866B9DFEB9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505FB2C2-B0B2-4A0C-82A7-8DABB9FA2193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5D43D52F-524F-CDE7-C1E8-3AD6F649A38A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9B52A814-D831-E4D7-CB9D-26FE2F576245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243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2C3C-8424-AB64-B1AB-0CBFCDB9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A578CDC-D619-5BF2-06D8-72885CC0ED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283C0F2-616D-5435-BD22-57BF6A508941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1E60F2-E97E-4256-6380-65ACF1F37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E2E2261-3CC3-F634-6AC3-E19DB2FCAED4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FE671875-46C6-76E3-3975-8A8306011D7D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8227AE4-5FCE-A94B-11D4-8CAEE3982F33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7F429FD-44B9-286E-7D67-0C43E1ED5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944E-A63A-E811-07B7-A1A9AA24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A5F7AD-D1EC-267A-B609-6E4AE87725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CE0683C-A4F5-F9E2-969D-F5B2D144BF37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6DB56EA-1F0F-2A3D-7259-78503834B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4DEB606-6D92-D1B1-1AFB-95DDB1AD0A91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epsliciti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35FDFC1-EFA0-ED9C-515D-4BA27D789E20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2B1399AA-8DB5-9C21-9626-F05E963F6B6E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560B27-96C2-84C1-6786-5FBC65C7C15E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74786E6F-AD94-C1C7-22E0-9185A65E227D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CC4FBFF-266E-C9BC-6B4C-20E3BC048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EBFA-992B-5B5A-9004-5DE87167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8102D1E-1AB7-A9A3-BA9D-FD1983A1C9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8DA7B24-E2EF-1564-32D9-58A4F44177FC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5389E3-CCA3-9A2C-E0A1-28EECC40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29553F7-893D-F77B-4079-873CC8342E8F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A47C5FEB-F16C-FF30-8448-6DA647DB450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761092F2-B9C4-4D12-2EBA-C4B68BAE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BF5E-9096-6FE5-3184-3671BC6F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3EE37C-2664-5A27-5E91-25A47AD400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C69478A-6769-EB75-CB45-7E30293CBD09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C51C40-892A-BE04-30C0-28F7A8AD1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1C92DE6-480D-EEC0-ABCD-3290BB16A5D0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9512267-BC7F-E5E4-1433-254173971D5C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67C9D220-EB83-CA9D-3FAC-591A081A879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392400E-C7EB-BA95-CA38-87CCA43247C9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931468-1D59-BEC3-37D1-17109E1E9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35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45A7-8C73-2CD6-8B3C-53C52FA2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7F99CB-EC15-477F-07D0-A3FD9FFD4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3C5308-E675-E393-DD74-7E4E34B5A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273E00CA-A5F6-9D00-3548-C57290D921E0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71AFF162-144F-CDB8-9F2D-830705AEC499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33C1D7C-0F75-38F4-A4AB-45A6137BE814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B0196E98-2EF7-AEBF-BA4E-FDD14819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7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1D62B-03C5-2C14-6A21-0A5FB785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F39161D-4EE6-A831-51D2-052BF0A940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6A575B-1422-C1D3-B403-54582D22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7C5D215-7EE6-3FC2-63A5-9F6E09F3816F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408A0BB2-C690-9397-E25A-872CC0809163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D9F734EC-9BF9-31C0-4116-6F4741AB8FFD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683E9B-F028-E6CB-C604-449B4F6FF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4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3645</Words>
  <Application>Microsoft Office PowerPoint</Application>
  <PresentationFormat>Widescreen</PresentationFormat>
  <Paragraphs>225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Modello</vt:lpstr>
      <vt:lpstr>Modello</vt:lpstr>
      <vt:lpstr>Stochastic Gradient Descent</vt:lpstr>
      <vt:lpstr>Stochastic Gradient Descent</vt:lpstr>
      <vt:lpstr>Difficoltà nella parallelizzazione dello SGD</vt:lpstr>
      <vt:lpstr>Difficoltà nella parallelizzazione dello SGD</vt:lpstr>
      <vt:lpstr>Tecniche di Parallelizzazione per CPU</vt:lpstr>
      <vt:lpstr>Distributed SGD</vt:lpstr>
      <vt:lpstr>Distributed SGD</vt:lpstr>
      <vt:lpstr>Distributed SGD</vt:lpstr>
      <vt:lpstr>Distributed SGD</vt:lpstr>
      <vt:lpstr>Hogwild!</vt:lpstr>
      <vt:lpstr>Hogwild!</vt:lpstr>
      <vt:lpstr>Hogwild!</vt:lpstr>
      <vt:lpstr>Asynchronous SGD</vt:lpstr>
      <vt:lpstr>Asynchronous SGD</vt:lpstr>
      <vt:lpstr>Asynchronous SGD</vt:lpstr>
      <vt:lpstr>Tecniche di Parallelizzazione per GPU</vt:lpstr>
      <vt:lpstr>Problemi</vt:lpstr>
      <vt:lpstr>Problemi</vt:lpstr>
      <vt:lpstr>Problemi</vt:lpstr>
      <vt:lpstr>S1: Utilizzare Atomic Add</vt:lpstr>
      <vt:lpstr>S1: Utilizzare Atomic Add</vt:lpstr>
      <vt:lpstr>S1: Utilizzare Atomic Add</vt:lpstr>
      <vt:lpstr>S2: Mini-batch SGD</vt:lpstr>
      <vt:lpstr>S2: Mini-batch SGD</vt:lpstr>
      <vt:lpstr>S2: Mini-batch SGD</vt:lpstr>
      <vt:lpstr>S3: Partitioning di user e item</vt:lpstr>
      <vt:lpstr>S3: Partitioning di user e item</vt:lpstr>
      <vt:lpstr>S4: Caching in Shared Memory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16</cp:revision>
  <dcterms:created xsi:type="dcterms:W3CDTF">2025-12-08T15:02:09Z</dcterms:created>
  <dcterms:modified xsi:type="dcterms:W3CDTF">2025-12-10T16:05:59Z</dcterms:modified>
</cp:coreProperties>
</file>